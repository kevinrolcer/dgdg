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Lst>
  <p:sldSz cx="13716000" cy="10287000"/>
  <p:notesSz cx="6858000" cy="9144000"/>
  <p:embeddedFontLst>
    <p:embeddedFont>
      <p:font typeface="Calibri" panose="020F0502020204030204" pitchFamily="34" charset="0"/>
      <p:regular r:id="rId8"/>
      <p:bold r:id="rId9"/>
      <p:italic r:id="rId10"/>
      <p:boldItalic r:id="rId11"/>
    </p:embeddedFont>
    <p:embeddedFont>
      <p:font typeface="Gilroy" panose="020B0604020202020204" charset="0"/>
      <p:regular r:id="rId12"/>
    </p:embeddedFont>
    <p:embeddedFont>
      <p:font typeface="Gilroy Bold"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5" d="100"/>
          <a:sy n="45" d="100"/>
        </p:scale>
        <p:origin x="1104" y="68"/>
      </p:cViewPr>
      <p:guideLst>
        <p:guide orient="horz" pos="2160"/>
        <p:guide pos="216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5.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2130425"/>
            <a:ext cx="5829300" cy="1470025"/>
          </a:xfrm>
        </p:spPr>
        <p:txBody>
          <a:bodyPr/>
          <a:lstStyle/>
          <a:p>
            <a:r>
              <a:rPr lang="en-US"/>
              <a:t>Click to edit Master title style</a:t>
            </a:r>
          </a:p>
        </p:txBody>
      </p:sp>
      <p:sp>
        <p:nvSpPr>
          <p:cNvPr id="3" name="Subtitle 2"/>
          <p:cNvSpPr>
            <a:spLocks noGrp="1"/>
          </p:cNvSpPr>
          <p:nvPr>
            <p:ph type="subTitle" idx="1"/>
          </p:nvPr>
        </p:nvSpPr>
        <p:spPr>
          <a:xfrm>
            <a:off x="1028700" y="3886200"/>
            <a:ext cx="48006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735" y="4406903"/>
            <a:ext cx="58293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735" y="2906714"/>
            <a:ext cx="58293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600203"/>
            <a:ext cx="30289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86150" y="1600203"/>
            <a:ext cx="30289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1" y="1535113"/>
            <a:ext cx="3030141" cy="63976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1" y="2174875"/>
            <a:ext cx="3030141"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3770" y="1535113"/>
            <a:ext cx="3031331" cy="63976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3770" y="2174875"/>
            <a:ext cx="3031331"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1" y="273050"/>
            <a:ext cx="2256235"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273053"/>
            <a:ext cx="3833813"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1" y="1435103"/>
            <a:ext cx="2256235"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216" y="4800600"/>
            <a:ext cx="41148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216" y="612775"/>
            <a:ext cx="41148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1344216" y="5367338"/>
            <a:ext cx="4114800" cy="804862"/>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72050" y="274641"/>
            <a:ext cx="15430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274641"/>
            <a:ext cx="45148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0" y="274638"/>
            <a:ext cx="61722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42900" y="1600203"/>
            <a:ext cx="61722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42900" y="6356353"/>
            <a:ext cx="1600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3/5/2026</a:t>
            </a:fld>
            <a:endParaRPr lang="en-US"/>
          </a:p>
        </p:txBody>
      </p:sp>
      <p:sp>
        <p:nvSpPr>
          <p:cNvPr id="5" name="Footer Placeholder 4"/>
          <p:cNvSpPr>
            <a:spLocks noGrp="1"/>
          </p:cNvSpPr>
          <p:nvPr>
            <p:ph type="ftr" sz="quarter" idx="3"/>
          </p:nvPr>
        </p:nvSpPr>
        <p:spPr>
          <a:xfrm>
            <a:off x="2343150" y="6356353"/>
            <a:ext cx="21717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914900" y="6356353"/>
            <a:ext cx="1600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eg"/><Relationship Id="rId1" Type="http://schemas.openxmlformats.org/officeDocument/2006/relationships/slideLayout" Target="../slideLayouts/slideLayout7.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3715999" cy="10287000"/>
          </a:xfrm>
          <a:custGeom>
            <a:avLst/>
            <a:gdLst/>
            <a:ahLst/>
            <a:cxnLst/>
            <a:rect l="l" t="t" r="r" b="b"/>
            <a:pathLst>
              <a:path w="13312588" h="10287000">
                <a:moveTo>
                  <a:pt x="0" y="0"/>
                </a:moveTo>
                <a:lnTo>
                  <a:pt x="13312588" y="0"/>
                </a:lnTo>
                <a:lnTo>
                  <a:pt x="13312588" y="10287000"/>
                </a:lnTo>
                <a:lnTo>
                  <a:pt x="0" y="10287000"/>
                </a:lnTo>
                <a:lnTo>
                  <a:pt x="0" y="0"/>
                </a:lnTo>
                <a:close/>
              </a:path>
            </a:pathLst>
          </a:custGeom>
          <a:blipFill>
            <a:blip r:embed="rId2"/>
            <a:stretch>
              <a:fillRect l="-1140" r="-1140" b="-2250"/>
            </a:stretch>
          </a:blipFill>
        </p:spPr>
      </p:sp>
      <p:sp>
        <p:nvSpPr>
          <p:cNvPr id="3" name="Freeform 3"/>
          <p:cNvSpPr/>
          <p:nvPr/>
        </p:nvSpPr>
        <p:spPr>
          <a:xfrm>
            <a:off x="747524" y="411818"/>
            <a:ext cx="6985007" cy="869843"/>
          </a:xfrm>
          <a:custGeom>
            <a:avLst/>
            <a:gdLst/>
            <a:ahLst/>
            <a:cxnLst/>
            <a:rect l="l" t="t" r="r" b="b"/>
            <a:pathLst>
              <a:path w="6985006" h="869843">
                <a:moveTo>
                  <a:pt x="0" y="0"/>
                </a:moveTo>
                <a:lnTo>
                  <a:pt x="6985006" y="0"/>
                </a:lnTo>
                <a:lnTo>
                  <a:pt x="6985006" y="869844"/>
                </a:lnTo>
                <a:lnTo>
                  <a:pt x="0" y="869844"/>
                </a:lnTo>
                <a:lnTo>
                  <a:pt x="0" y="0"/>
                </a:lnTo>
                <a:close/>
              </a:path>
            </a:pathLst>
          </a:custGeom>
          <a:blipFill>
            <a:blip r:embed="rId3"/>
            <a:stretch>
              <a:fillRect/>
            </a:stretch>
          </a:blipFill>
        </p:spPr>
      </p:sp>
      <p:sp>
        <p:nvSpPr>
          <p:cNvPr id="4" name="Freeform 4"/>
          <p:cNvSpPr/>
          <p:nvPr/>
        </p:nvSpPr>
        <p:spPr>
          <a:xfrm>
            <a:off x="747523" y="9586623"/>
            <a:ext cx="7468012" cy="168216"/>
          </a:xfrm>
          <a:custGeom>
            <a:avLst/>
            <a:gdLst/>
            <a:ahLst/>
            <a:cxnLst/>
            <a:rect l="l" t="t" r="r" b="b"/>
            <a:pathLst>
              <a:path w="7468012" h="168216">
                <a:moveTo>
                  <a:pt x="0" y="0"/>
                </a:moveTo>
                <a:lnTo>
                  <a:pt x="7468012" y="0"/>
                </a:lnTo>
                <a:lnTo>
                  <a:pt x="7468012" y="168216"/>
                </a:lnTo>
                <a:lnTo>
                  <a:pt x="0" y="168216"/>
                </a:lnTo>
                <a:lnTo>
                  <a:pt x="0" y="0"/>
                </a:lnTo>
                <a:close/>
              </a:path>
            </a:pathLst>
          </a:custGeom>
          <a:blipFill>
            <a:blip r:embed="rId4"/>
            <a:stretch>
              <a:fillRect/>
            </a:stretch>
          </a:blipFill>
        </p:spPr>
      </p:sp>
      <p:sp>
        <p:nvSpPr>
          <p:cNvPr id="5" name="TextBox 5"/>
          <p:cNvSpPr txBox="1"/>
          <p:nvPr/>
        </p:nvSpPr>
        <p:spPr>
          <a:xfrm>
            <a:off x="1230407" y="3807211"/>
            <a:ext cx="11255188" cy="1116011"/>
          </a:xfrm>
          <a:prstGeom prst="rect">
            <a:avLst/>
          </a:prstGeom>
        </p:spPr>
        <p:txBody>
          <a:bodyPr lIns="0" tIns="0" rIns="0" bIns="0" rtlCol="0" anchor="t">
            <a:spAutoFit/>
          </a:bodyPr>
          <a:lstStyle/>
          <a:p>
            <a:pPr>
              <a:lnSpc>
                <a:spcPts val="9264"/>
              </a:lnSpc>
              <a:spcBef>
                <a:spcPct val="0"/>
              </a:spcBef>
            </a:pPr>
            <a:r>
              <a:rPr lang="en-US" sz="6617" b="1">
                <a:solidFill>
                  <a:srgbClr val="FFFFFF"/>
                </a:solidFill>
                <a:latin typeface="Gilroy Bold"/>
                <a:ea typeface="Gilroy Bold"/>
                <a:cs typeface="Gilroy Bold"/>
                <a:sym typeface="Gilroy Bold"/>
              </a:rPr>
              <a:t>MESAS DE PAZ Y SEGURIDAD</a:t>
            </a:r>
          </a:p>
        </p:txBody>
      </p:sp>
      <p:sp>
        <p:nvSpPr>
          <p:cNvPr id="6" name="TextBox 6"/>
          <p:cNvSpPr txBox="1"/>
          <p:nvPr/>
        </p:nvSpPr>
        <p:spPr>
          <a:xfrm>
            <a:off x="1230408" y="3157309"/>
            <a:ext cx="5142421" cy="665054"/>
          </a:xfrm>
          <a:prstGeom prst="rect">
            <a:avLst/>
          </a:prstGeom>
        </p:spPr>
        <p:txBody>
          <a:bodyPr lIns="0" tIns="0" rIns="0" bIns="0" rtlCol="0" anchor="t">
            <a:spAutoFit/>
          </a:bodyPr>
          <a:lstStyle/>
          <a:p>
            <a:pPr>
              <a:lnSpc>
                <a:spcPts val="5559"/>
              </a:lnSpc>
            </a:pPr>
            <a:r>
              <a:rPr lang="en-US" sz="3971">
                <a:solidFill>
                  <a:srgbClr val="C79C67"/>
                </a:solidFill>
                <a:latin typeface="Gilroy"/>
                <a:ea typeface="Gilroy"/>
                <a:cs typeface="Gilroy"/>
                <a:sym typeface="Gilroy"/>
              </a:rPr>
              <a:t>Fecha</a:t>
            </a:r>
          </a:p>
        </p:txBody>
      </p:sp>
      <p:sp>
        <p:nvSpPr>
          <p:cNvPr id="7" name="TextBox 7"/>
          <p:cNvSpPr txBox="1"/>
          <p:nvPr/>
        </p:nvSpPr>
        <p:spPr>
          <a:xfrm>
            <a:off x="8383090" y="9426304"/>
            <a:ext cx="4708687" cy="393185"/>
          </a:xfrm>
          <a:prstGeom prst="rect">
            <a:avLst/>
          </a:prstGeom>
        </p:spPr>
        <p:txBody>
          <a:bodyPr lIns="0" tIns="0" rIns="0" bIns="0" rtlCol="0" anchor="t">
            <a:spAutoFit/>
          </a:bodyPr>
          <a:lstStyle/>
          <a:p>
            <a:pPr algn="r">
              <a:lnSpc>
                <a:spcPts val="3335"/>
              </a:lnSpc>
              <a:spcBef>
                <a:spcPct val="0"/>
              </a:spcBef>
            </a:pPr>
            <a:r>
              <a:rPr lang="en-US" sz="2381">
                <a:solidFill>
                  <a:srgbClr val="FFFFFF"/>
                </a:solidFill>
                <a:latin typeface="Gilroy"/>
                <a:ea typeface="Gilroy"/>
                <a:cs typeface="Gilroy"/>
                <a:sym typeface="Gilroy"/>
              </a:rPr>
              <a:t>30 de Febrero del 2026</a:t>
            </a:r>
          </a:p>
        </p:txBody>
      </p:sp>
      <p:sp>
        <p:nvSpPr>
          <p:cNvPr id="8" name="TextBox 8"/>
          <p:cNvSpPr txBox="1"/>
          <p:nvPr/>
        </p:nvSpPr>
        <p:spPr>
          <a:xfrm>
            <a:off x="1668818" y="5057776"/>
            <a:ext cx="9068615" cy="665054"/>
          </a:xfrm>
          <a:prstGeom prst="rect">
            <a:avLst/>
          </a:prstGeom>
        </p:spPr>
        <p:txBody>
          <a:bodyPr lIns="0" tIns="0" rIns="0" bIns="0" rtlCol="0" anchor="t">
            <a:spAutoFit/>
          </a:bodyPr>
          <a:lstStyle/>
          <a:p>
            <a:pPr>
              <a:lnSpc>
                <a:spcPts val="5559"/>
              </a:lnSpc>
            </a:pPr>
            <a:r>
              <a:rPr lang="en-US" sz="3971">
                <a:solidFill>
                  <a:srgbClr val="FFFFFF"/>
                </a:solidFill>
                <a:latin typeface="Gilroy"/>
                <a:ea typeface="Gilroy"/>
                <a:cs typeface="Gilroy"/>
                <a:sym typeface="Gilroy"/>
              </a:rPr>
              <a:t>Dirección General de Delegaciones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2"/>
            <a:ext cx="13716000" cy="10283975"/>
            <a:chOff x="0" y="0"/>
            <a:chExt cx="17750118" cy="13711966"/>
          </a:xfrm>
        </p:grpSpPr>
        <p:sp>
          <p:nvSpPr>
            <p:cNvPr id="3" name="Freeform 3"/>
            <p:cNvSpPr/>
            <p:nvPr/>
          </p:nvSpPr>
          <p:spPr>
            <a:xfrm>
              <a:off x="0" y="0"/>
              <a:ext cx="17750118" cy="13711966"/>
            </a:xfrm>
            <a:custGeom>
              <a:avLst/>
              <a:gdLst/>
              <a:ahLst/>
              <a:cxnLst/>
              <a:rect l="l" t="t" r="r" b="b"/>
              <a:pathLst>
                <a:path w="17750118" h="13711966">
                  <a:moveTo>
                    <a:pt x="0" y="0"/>
                  </a:moveTo>
                  <a:lnTo>
                    <a:pt x="17750118" y="0"/>
                  </a:lnTo>
                  <a:lnTo>
                    <a:pt x="17750118" y="13711966"/>
                  </a:lnTo>
                  <a:lnTo>
                    <a:pt x="0" y="13711966"/>
                  </a:lnTo>
                  <a:lnTo>
                    <a:pt x="0" y="0"/>
                  </a:lnTo>
                  <a:close/>
                </a:path>
              </a:pathLst>
            </a:custGeom>
            <a:blipFill>
              <a:blip r:embed="rId2"/>
              <a:stretch>
                <a:fillRect/>
              </a:stretch>
            </a:blipFill>
          </p:spPr>
        </p:sp>
        <p:sp>
          <p:nvSpPr>
            <p:cNvPr id="4" name="Freeform 4"/>
            <p:cNvSpPr/>
            <p:nvPr/>
          </p:nvSpPr>
          <p:spPr>
            <a:xfrm>
              <a:off x="777253" y="616144"/>
              <a:ext cx="9313341" cy="985065"/>
            </a:xfrm>
            <a:custGeom>
              <a:avLst/>
              <a:gdLst/>
              <a:ahLst/>
              <a:cxnLst/>
              <a:rect l="l" t="t" r="r" b="b"/>
              <a:pathLst>
                <a:path w="9313341" h="985065">
                  <a:moveTo>
                    <a:pt x="0" y="0"/>
                  </a:moveTo>
                  <a:lnTo>
                    <a:pt x="9313342" y="0"/>
                  </a:lnTo>
                  <a:lnTo>
                    <a:pt x="9313342" y="985065"/>
                  </a:lnTo>
                  <a:lnTo>
                    <a:pt x="0" y="985065"/>
                  </a:lnTo>
                  <a:lnTo>
                    <a:pt x="0" y="0"/>
                  </a:lnTo>
                  <a:close/>
                </a:path>
              </a:pathLst>
            </a:custGeom>
            <a:blipFill>
              <a:blip r:embed="rId3"/>
              <a:stretch>
                <a:fillRect/>
              </a:stretch>
            </a:blipFill>
          </p:spPr>
        </p:sp>
        <p:sp>
          <p:nvSpPr>
            <p:cNvPr id="5" name="Freeform 5"/>
            <p:cNvSpPr/>
            <p:nvPr/>
          </p:nvSpPr>
          <p:spPr>
            <a:xfrm>
              <a:off x="777253" y="13401347"/>
              <a:ext cx="16168531" cy="310619"/>
            </a:xfrm>
            <a:custGeom>
              <a:avLst/>
              <a:gdLst/>
              <a:ahLst/>
              <a:cxnLst/>
              <a:rect l="l" t="t" r="r" b="b"/>
              <a:pathLst>
                <a:path w="16168531" h="310619">
                  <a:moveTo>
                    <a:pt x="0" y="0"/>
                  </a:moveTo>
                  <a:lnTo>
                    <a:pt x="16168531" y="0"/>
                  </a:lnTo>
                  <a:lnTo>
                    <a:pt x="16168531" y="310619"/>
                  </a:lnTo>
                  <a:lnTo>
                    <a:pt x="0" y="310619"/>
                  </a:lnTo>
                  <a:lnTo>
                    <a:pt x="0" y="0"/>
                  </a:lnTo>
                  <a:close/>
                </a:path>
              </a:pathLst>
            </a:custGeom>
            <a:blipFill>
              <a:blip r:embed="rId4"/>
              <a:stretch>
                <a:fillRect/>
              </a:stretch>
            </a:blipFill>
          </p:spPr>
        </p:sp>
      </p:grpSp>
      <p:sp>
        <p:nvSpPr>
          <p:cNvPr id="6" name="TextBox 6"/>
          <p:cNvSpPr txBox="1"/>
          <p:nvPr/>
        </p:nvSpPr>
        <p:spPr>
          <a:xfrm>
            <a:off x="1230407" y="1635710"/>
            <a:ext cx="2659996" cy="312073"/>
          </a:xfrm>
          <a:prstGeom prst="rect">
            <a:avLst/>
          </a:prstGeom>
        </p:spPr>
        <p:txBody>
          <a:bodyPr lIns="0" tIns="0" rIns="0" bIns="0" rtlCol="0" anchor="t">
            <a:spAutoFit/>
          </a:bodyPr>
          <a:lstStyle/>
          <a:p>
            <a:pPr algn="ctr">
              <a:lnSpc>
                <a:spcPts val="2593"/>
              </a:lnSpc>
              <a:spcBef>
                <a:spcPct val="0"/>
              </a:spcBef>
            </a:pPr>
            <a:r>
              <a:rPr lang="en-US" sz="1852" b="1">
                <a:solidFill>
                  <a:srgbClr val="000000"/>
                </a:solidFill>
                <a:latin typeface="Gilroy Bold"/>
                <a:ea typeface="Gilroy Bold"/>
                <a:cs typeface="Gilroy Bold"/>
                <a:sym typeface="Gilroy Bold"/>
              </a:rPr>
              <a:t>Base para presentación </a:t>
            </a:r>
          </a:p>
        </p:txBody>
      </p:sp>
      <p:sp>
        <p:nvSpPr>
          <p:cNvPr id="7" name="TextBox 7"/>
          <p:cNvSpPr txBox="1"/>
          <p:nvPr/>
        </p:nvSpPr>
        <p:spPr>
          <a:xfrm>
            <a:off x="1230406" y="2182721"/>
            <a:ext cx="5627595" cy="6977551"/>
          </a:xfrm>
          <a:prstGeom prst="rect">
            <a:avLst/>
          </a:prstGeom>
        </p:spPr>
        <p:txBody>
          <a:bodyPr lIns="0" tIns="0" rIns="0" bIns="0" rtlCol="0" anchor="t">
            <a:spAutoFit/>
          </a:bodyPr>
          <a:lstStyle/>
          <a:p>
            <a:pPr algn="just">
              <a:lnSpc>
                <a:spcPts val="2593"/>
              </a:lnSpc>
            </a:pPr>
            <a:r>
              <a:rPr lang="en-US" sz="1852">
                <a:solidFill>
                  <a:srgbClr val="000000"/>
                </a:solidFill>
                <a:latin typeface="Gilroy"/>
                <a:ea typeface="Gilroy"/>
                <a:cs typeface="Gilroy"/>
                <a:sym typeface="Gilroy"/>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a:p>
            <a:pPr algn="just">
              <a:lnSpc>
                <a:spcPts val="2593"/>
              </a:lnSpc>
            </a:pPr>
            <a:endParaRPr lang="en-US" sz="1852">
              <a:solidFill>
                <a:srgbClr val="000000"/>
              </a:solidFill>
              <a:latin typeface="Gilroy"/>
              <a:ea typeface="Gilroy"/>
              <a:cs typeface="Gilroy"/>
              <a:sym typeface="Gilroy"/>
            </a:endParaRPr>
          </a:p>
          <a:p>
            <a:pPr algn="just">
              <a:lnSpc>
                <a:spcPts val="2593"/>
              </a:lnSpc>
            </a:pPr>
            <a:r>
              <a:rPr lang="en-US" sz="1852">
                <a:solidFill>
                  <a:srgbClr val="000000"/>
                </a:solidFill>
                <a:latin typeface="Gilroy"/>
                <a:ea typeface="Gilroy"/>
                <a:cs typeface="Gilroy"/>
                <a:sym typeface="Gilroy"/>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a:p>
            <a:pPr algn="just">
              <a:lnSpc>
                <a:spcPts val="2593"/>
              </a:lnSpc>
            </a:pPr>
            <a:endParaRPr lang="en-US" sz="1852">
              <a:solidFill>
                <a:srgbClr val="000000"/>
              </a:solidFill>
              <a:latin typeface="Gilroy"/>
              <a:ea typeface="Gilroy"/>
              <a:cs typeface="Gilroy"/>
              <a:sym typeface="Gilroy"/>
            </a:endParaRPr>
          </a:p>
          <a:p>
            <a:pPr algn="just">
              <a:lnSpc>
                <a:spcPts val="2593"/>
              </a:lnSpc>
            </a:pPr>
            <a:r>
              <a:rPr lang="en-US" sz="1852">
                <a:solidFill>
                  <a:srgbClr val="000000"/>
                </a:solidFill>
                <a:latin typeface="Gilroy"/>
                <a:ea typeface="Gilroy"/>
                <a:cs typeface="Gilroy"/>
                <a:sym typeface="Gilroy"/>
              </a:rPr>
              <a:t>Para agregar la foto solo arrastra al marco -&gt;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2"/>
            <a:ext cx="13715999" cy="10283975"/>
            <a:chOff x="0" y="0"/>
            <a:chExt cx="17750118" cy="13711966"/>
          </a:xfrm>
        </p:grpSpPr>
        <p:sp>
          <p:nvSpPr>
            <p:cNvPr id="3" name="Freeform 3"/>
            <p:cNvSpPr/>
            <p:nvPr/>
          </p:nvSpPr>
          <p:spPr>
            <a:xfrm>
              <a:off x="0" y="0"/>
              <a:ext cx="17750118" cy="13711966"/>
            </a:xfrm>
            <a:custGeom>
              <a:avLst/>
              <a:gdLst/>
              <a:ahLst/>
              <a:cxnLst/>
              <a:rect l="l" t="t" r="r" b="b"/>
              <a:pathLst>
                <a:path w="17750118" h="13711966">
                  <a:moveTo>
                    <a:pt x="0" y="0"/>
                  </a:moveTo>
                  <a:lnTo>
                    <a:pt x="17750118" y="0"/>
                  </a:lnTo>
                  <a:lnTo>
                    <a:pt x="17750118" y="13711966"/>
                  </a:lnTo>
                  <a:lnTo>
                    <a:pt x="0" y="13711966"/>
                  </a:lnTo>
                  <a:lnTo>
                    <a:pt x="0" y="0"/>
                  </a:lnTo>
                  <a:close/>
                </a:path>
              </a:pathLst>
            </a:custGeom>
            <a:blipFill>
              <a:blip r:embed="rId2"/>
              <a:stretch>
                <a:fillRect/>
              </a:stretch>
            </a:blipFill>
          </p:spPr>
        </p:sp>
        <p:sp>
          <p:nvSpPr>
            <p:cNvPr id="4" name="Freeform 4"/>
            <p:cNvSpPr/>
            <p:nvPr/>
          </p:nvSpPr>
          <p:spPr>
            <a:xfrm>
              <a:off x="777253" y="616144"/>
              <a:ext cx="9313341" cy="985065"/>
            </a:xfrm>
            <a:custGeom>
              <a:avLst/>
              <a:gdLst/>
              <a:ahLst/>
              <a:cxnLst/>
              <a:rect l="l" t="t" r="r" b="b"/>
              <a:pathLst>
                <a:path w="9313341" h="985065">
                  <a:moveTo>
                    <a:pt x="0" y="0"/>
                  </a:moveTo>
                  <a:lnTo>
                    <a:pt x="9313342" y="0"/>
                  </a:lnTo>
                  <a:lnTo>
                    <a:pt x="9313342" y="985065"/>
                  </a:lnTo>
                  <a:lnTo>
                    <a:pt x="0" y="985065"/>
                  </a:lnTo>
                  <a:lnTo>
                    <a:pt x="0" y="0"/>
                  </a:lnTo>
                  <a:close/>
                </a:path>
              </a:pathLst>
            </a:custGeom>
            <a:blipFill>
              <a:blip r:embed="rId3"/>
              <a:stretch>
                <a:fillRect/>
              </a:stretch>
            </a:blipFill>
          </p:spPr>
        </p:sp>
        <p:sp>
          <p:nvSpPr>
            <p:cNvPr id="5" name="Freeform 5"/>
            <p:cNvSpPr/>
            <p:nvPr/>
          </p:nvSpPr>
          <p:spPr>
            <a:xfrm>
              <a:off x="777253" y="13401347"/>
              <a:ext cx="16168531" cy="310619"/>
            </a:xfrm>
            <a:custGeom>
              <a:avLst/>
              <a:gdLst/>
              <a:ahLst/>
              <a:cxnLst/>
              <a:rect l="l" t="t" r="r" b="b"/>
              <a:pathLst>
                <a:path w="16168531" h="310619">
                  <a:moveTo>
                    <a:pt x="0" y="0"/>
                  </a:moveTo>
                  <a:lnTo>
                    <a:pt x="16168531" y="0"/>
                  </a:lnTo>
                  <a:lnTo>
                    <a:pt x="16168531" y="310619"/>
                  </a:lnTo>
                  <a:lnTo>
                    <a:pt x="0" y="310619"/>
                  </a:lnTo>
                  <a:lnTo>
                    <a:pt x="0" y="0"/>
                  </a:lnTo>
                  <a:close/>
                </a:path>
              </a:pathLst>
            </a:custGeom>
            <a:blipFill>
              <a:blip r:embed="rId4"/>
              <a:stretch>
                <a:fillRect/>
              </a:stretch>
            </a:blipFill>
          </p:spPr>
        </p:sp>
      </p:grpSp>
      <p:sp>
        <p:nvSpPr>
          <p:cNvPr id="6" name="TextBox 6"/>
          <p:cNvSpPr txBox="1"/>
          <p:nvPr/>
        </p:nvSpPr>
        <p:spPr>
          <a:xfrm>
            <a:off x="1230408" y="6421341"/>
            <a:ext cx="609559" cy="645498"/>
          </a:xfrm>
          <a:prstGeom prst="rect">
            <a:avLst/>
          </a:prstGeom>
        </p:spPr>
        <p:txBody>
          <a:bodyPr lIns="0" tIns="0" rIns="0" bIns="0" rtlCol="0" anchor="t">
            <a:spAutoFit/>
          </a:bodyPr>
          <a:lstStyle/>
          <a:p>
            <a:pPr algn="ctr">
              <a:lnSpc>
                <a:spcPts val="2593"/>
              </a:lnSpc>
              <a:spcBef>
                <a:spcPct val="0"/>
              </a:spcBef>
            </a:pPr>
            <a:r>
              <a:rPr lang="en-US" sz="1852" b="1">
                <a:solidFill>
                  <a:srgbClr val="000000"/>
                </a:solidFill>
                <a:latin typeface="Gilroy Bold"/>
                <a:ea typeface="Gilroy Bold"/>
                <a:cs typeface="Gilroy Bold"/>
                <a:sym typeface="Gilroy Bold"/>
              </a:rPr>
              <a:t>Titulo</a:t>
            </a:r>
          </a:p>
        </p:txBody>
      </p:sp>
      <p:sp>
        <p:nvSpPr>
          <p:cNvPr id="7" name="TextBox 7"/>
          <p:cNvSpPr txBox="1"/>
          <p:nvPr/>
        </p:nvSpPr>
        <p:spPr>
          <a:xfrm>
            <a:off x="1230406" y="6872240"/>
            <a:ext cx="10302195" cy="1309333"/>
          </a:xfrm>
          <a:prstGeom prst="rect">
            <a:avLst/>
          </a:prstGeom>
        </p:spPr>
        <p:txBody>
          <a:bodyPr lIns="0" tIns="0" rIns="0" bIns="0" rtlCol="0" anchor="t">
            <a:spAutoFit/>
          </a:bodyPr>
          <a:lstStyle/>
          <a:p>
            <a:pPr algn="just">
              <a:lnSpc>
                <a:spcPts val="2593"/>
              </a:lnSpc>
            </a:pPr>
            <a:r>
              <a:rPr lang="en-US" sz="1852">
                <a:solidFill>
                  <a:srgbClr val="000000"/>
                </a:solidFill>
                <a:latin typeface="Gilroy"/>
                <a:ea typeface="Gilroy"/>
                <a:cs typeface="Gilroy"/>
                <a:sym typeface="Gilroy"/>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2"/>
            <a:ext cx="13715999" cy="10283975"/>
          </a:xfrm>
          <a:custGeom>
            <a:avLst/>
            <a:gdLst/>
            <a:ahLst/>
            <a:cxnLst/>
            <a:rect l="l" t="t" r="r" b="b"/>
            <a:pathLst>
              <a:path w="13312588" h="10283974">
                <a:moveTo>
                  <a:pt x="0" y="0"/>
                </a:moveTo>
                <a:lnTo>
                  <a:pt x="13312588" y="0"/>
                </a:lnTo>
                <a:lnTo>
                  <a:pt x="13312588" y="10283974"/>
                </a:lnTo>
                <a:lnTo>
                  <a:pt x="0" y="10283974"/>
                </a:lnTo>
                <a:lnTo>
                  <a:pt x="0" y="0"/>
                </a:lnTo>
                <a:close/>
              </a:path>
            </a:pathLst>
          </a:custGeom>
          <a:blipFill>
            <a:blip r:embed="rId2"/>
            <a:stretch>
              <a:fillRect/>
            </a:stretch>
          </a:blipFill>
        </p:spPr>
      </p:sp>
      <p:sp>
        <p:nvSpPr>
          <p:cNvPr id="3" name="TextBox 3"/>
          <p:cNvSpPr txBox="1"/>
          <p:nvPr/>
        </p:nvSpPr>
        <p:spPr>
          <a:xfrm>
            <a:off x="1230407" y="3807209"/>
            <a:ext cx="11255188" cy="2308645"/>
          </a:xfrm>
          <a:prstGeom prst="rect">
            <a:avLst/>
          </a:prstGeom>
        </p:spPr>
        <p:txBody>
          <a:bodyPr lIns="0" tIns="0" rIns="0" bIns="0" rtlCol="0" anchor="t">
            <a:spAutoFit/>
          </a:bodyPr>
          <a:lstStyle/>
          <a:p>
            <a:pPr>
              <a:lnSpc>
                <a:spcPts val="9264"/>
              </a:lnSpc>
              <a:spcBef>
                <a:spcPct val="0"/>
              </a:spcBef>
            </a:pPr>
            <a:r>
              <a:rPr lang="en-US" sz="6617" b="1">
                <a:solidFill>
                  <a:srgbClr val="4B4B4B"/>
                </a:solidFill>
                <a:latin typeface="Gilroy Bold"/>
                <a:ea typeface="Gilroy Bold"/>
                <a:cs typeface="Gilroy Bold"/>
                <a:sym typeface="Gilroy Bold"/>
              </a:rPr>
              <a:t>LOREM IPSUM DOLOR SIT AMET CONSECTETUR</a:t>
            </a:r>
          </a:p>
        </p:txBody>
      </p:sp>
      <p:sp>
        <p:nvSpPr>
          <p:cNvPr id="4" name="Freeform 4"/>
          <p:cNvSpPr/>
          <p:nvPr/>
        </p:nvSpPr>
        <p:spPr>
          <a:xfrm>
            <a:off x="747524" y="477342"/>
            <a:ext cx="6985007" cy="738799"/>
          </a:xfrm>
          <a:custGeom>
            <a:avLst/>
            <a:gdLst/>
            <a:ahLst/>
            <a:cxnLst/>
            <a:rect l="l" t="t" r="r" b="b"/>
            <a:pathLst>
              <a:path w="6985006" h="738799">
                <a:moveTo>
                  <a:pt x="0" y="0"/>
                </a:moveTo>
                <a:lnTo>
                  <a:pt x="6985006" y="0"/>
                </a:lnTo>
                <a:lnTo>
                  <a:pt x="6985006" y="738798"/>
                </a:lnTo>
                <a:lnTo>
                  <a:pt x="0" y="738798"/>
                </a:lnTo>
                <a:lnTo>
                  <a:pt x="0" y="0"/>
                </a:lnTo>
                <a:close/>
              </a:path>
            </a:pathLst>
          </a:custGeom>
          <a:blipFill>
            <a:blip r:embed="rId3"/>
            <a:stretch>
              <a:fillRect/>
            </a:stretch>
          </a:blipFill>
        </p:spPr>
      </p:sp>
      <p:sp>
        <p:nvSpPr>
          <p:cNvPr id="5" name="TextBox 5"/>
          <p:cNvSpPr txBox="1"/>
          <p:nvPr/>
        </p:nvSpPr>
        <p:spPr>
          <a:xfrm>
            <a:off x="1230408" y="3157309"/>
            <a:ext cx="5142421" cy="665054"/>
          </a:xfrm>
          <a:prstGeom prst="rect">
            <a:avLst/>
          </a:prstGeom>
        </p:spPr>
        <p:txBody>
          <a:bodyPr lIns="0" tIns="0" rIns="0" bIns="0" rtlCol="0" anchor="t">
            <a:spAutoFit/>
          </a:bodyPr>
          <a:lstStyle/>
          <a:p>
            <a:pPr>
              <a:lnSpc>
                <a:spcPts val="5559"/>
              </a:lnSpc>
            </a:pPr>
            <a:r>
              <a:rPr lang="en-US" sz="3971">
                <a:solidFill>
                  <a:srgbClr val="7D2B39"/>
                </a:solidFill>
                <a:latin typeface="Gilroy"/>
                <a:ea typeface="Gilroy"/>
                <a:cs typeface="Gilroy"/>
                <a:sym typeface="Gilroy"/>
              </a:rPr>
              <a:t>Lorem ipsum</a:t>
            </a:r>
          </a:p>
        </p:txBody>
      </p:sp>
      <p:sp>
        <p:nvSpPr>
          <p:cNvPr id="6" name="TextBox 6"/>
          <p:cNvSpPr txBox="1"/>
          <p:nvPr/>
        </p:nvSpPr>
        <p:spPr>
          <a:xfrm>
            <a:off x="8368701" y="9426304"/>
            <a:ext cx="4723075" cy="393185"/>
          </a:xfrm>
          <a:prstGeom prst="rect">
            <a:avLst/>
          </a:prstGeom>
        </p:spPr>
        <p:txBody>
          <a:bodyPr lIns="0" tIns="0" rIns="0" bIns="0" rtlCol="0" anchor="t">
            <a:spAutoFit/>
          </a:bodyPr>
          <a:lstStyle/>
          <a:p>
            <a:pPr algn="r">
              <a:lnSpc>
                <a:spcPts val="3335"/>
              </a:lnSpc>
              <a:spcBef>
                <a:spcPct val="0"/>
              </a:spcBef>
            </a:pPr>
            <a:r>
              <a:rPr lang="en-US" sz="2381">
                <a:solidFill>
                  <a:srgbClr val="4B4B4B"/>
                </a:solidFill>
                <a:latin typeface="Gilroy"/>
                <a:ea typeface="Gilroy"/>
                <a:cs typeface="Gilroy"/>
                <a:sym typeface="Gilroy"/>
              </a:rPr>
              <a:t>30 de Febrero del 2026</a:t>
            </a:r>
          </a:p>
        </p:txBody>
      </p:sp>
      <p:grpSp>
        <p:nvGrpSpPr>
          <p:cNvPr id="7" name="Group 7"/>
          <p:cNvGrpSpPr/>
          <p:nvPr/>
        </p:nvGrpSpPr>
        <p:grpSpPr>
          <a:xfrm>
            <a:off x="747523" y="9670731"/>
            <a:ext cx="7468012" cy="143471"/>
            <a:chOff x="0" y="0"/>
            <a:chExt cx="9957349" cy="191294"/>
          </a:xfrm>
        </p:grpSpPr>
        <p:sp>
          <p:nvSpPr>
            <p:cNvPr id="8" name="Freeform 8"/>
            <p:cNvSpPr/>
            <p:nvPr/>
          </p:nvSpPr>
          <p:spPr>
            <a:xfrm>
              <a:off x="0" y="0"/>
              <a:ext cx="9957349" cy="191294"/>
            </a:xfrm>
            <a:custGeom>
              <a:avLst/>
              <a:gdLst/>
              <a:ahLst/>
              <a:cxnLst/>
              <a:rect l="l" t="t" r="r" b="b"/>
              <a:pathLst>
                <a:path w="9957349" h="191294">
                  <a:moveTo>
                    <a:pt x="0" y="0"/>
                  </a:moveTo>
                  <a:lnTo>
                    <a:pt x="9957349" y="0"/>
                  </a:lnTo>
                  <a:lnTo>
                    <a:pt x="9957349" y="191294"/>
                  </a:lnTo>
                  <a:lnTo>
                    <a:pt x="0" y="191294"/>
                  </a:lnTo>
                  <a:lnTo>
                    <a:pt x="0" y="0"/>
                  </a:lnTo>
                  <a:close/>
                </a:path>
              </a:pathLst>
            </a:custGeom>
            <a:blipFill>
              <a:blip r:embed="rId4"/>
              <a:stretch>
                <a:fillRect/>
              </a:stretch>
            </a:blipFill>
          </p:spPr>
        </p:sp>
        <p:sp>
          <p:nvSpPr>
            <p:cNvPr id="9" name="Freeform 9"/>
            <p:cNvSpPr/>
            <p:nvPr/>
          </p:nvSpPr>
          <p:spPr>
            <a:xfrm>
              <a:off x="0" y="0"/>
              <a:ext cx="9957349" cy="191294"/>
            </a:xfrm>
            <a:custGeom>
              <a:avLst/>
              <a:gdLst/>
              <a:ahLst/>
              <a:cxnLst/>
              <a:rect l="l" t="t" r="r" b="b"/>
              <a:pathLst>
                <a:path w="9957349" h="191294">
                  <a:moveTo>
                    <a:pt x="0" y="0"/>
                  </a:moveTo>
                  <a:lnTo>
                    <a:pt x="9957349" y="0"/>
                  </a:lnTo>
                  <a:lnTo>
                    <a:pt x="9957349" y="191294"/>
                  </a:lnTo>
                  <a:lnTo>
                    <a:pt x="0" y="191294"/>
                  </a:lnTo>
                  <a:lnTo>
                    <a:pt x="0" y="0"/>
                  </a:lnTo>
                  <a:close/>
                </a:path>
              </a:pathLst>
            </a:custGeom>
            <a:blipFill>
              <a:blip r:embed="rId4"/>
              <a:stretch>
                <a:fillRect/>
              </a:stretch>
            </a:blipFill>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2"/>
            <a:ext cx="13716000" cy="10283975"/>
            <a:chOff x="0" y="0"/>
            <a:chExt cx="17750118" cy="13711966"/>
          </a:xfrm>
        </p:grpSpPr>
        <p:sp>
          <p:nvSpPr>
            <p:cNvPr id="3" name="Freeform 3"/>
            <p:cNvSpPr/>
            <p:nvPr/>
          </p:nvSpPr>
          <p:spPr>
            <a:xfrm>
              <a:off x="0" y="0"/>
              <a:ext cx="17750118" cy="13711966"/>
            </a:xfrm>
            <a:custGeom>
              <a:avLst/>
              <a:gdLst/>
              <a:ahLst/>
              <a:cxnLst/>
              <a:rect l="l" t="t" r="r" b="b"/>
              <a:pathLst>
                <a:path w="17750118" h="13711966">
                  <a:moveTo>
                    <a:pt x="0" y="0"/>
                  </a:moveTo>
                  <a:lnTo>
                    <a:pt x="17750118" y="0"/>
                  </a:lnTo>
                  <a:lnTo>
                    <a:pt x="17750118" y="13711966"/>
                  </a:lnTo>
                  <a:lnTo>
                    <a:pt x="0" y="13711966"/>
                  </a:lnTo>
                  <a:lnTo>
                    <a:pt x="0" y="0"/>
                  </a:lnTo>
                  <a:close/>
                </a:path>
              </a:pathLst>
            </a:custGeom>
            <a:blipFill>
              <a:blip r:embed="rId2"/>
              <a:stretch>
                <a:fillRect/>
              </a:stretch>
            </a:blipFill>
          </p:spPr>
        </p:sp>
        <p:sp>
          <p:nvSpPr>
            <p:cNvPr id="4" name="Freeform 4"/>
            <p:cNvSpPr/>
            <p:nvPr/>
          </p:nvSpPr>
          <p:spPr>
            <a:xfrm>
              <a:off x="777253" y="616144"/>
              <a:ext cx="9313341" cy="985065"/>
            </a:xfrm>
            <a:custGeom>
              <a:avLst/>
              <a:gdLst/>
              <a:ahLst/>
              <a:cxnLst/>
              <a:rect l="l" t="t" r="r" b="b"/>
              <a:pathLst>
                <a:path w="9313341" h="985065">
                  <a:moveTo>
                    <a:pt x="0" y="0"/>
                  </a:moveTo>
                  <a:lnTo>
                    <a:pt x="9313342" y="0"/>
                  </a:lnTo>
                  <a:lnTo>
                    <a:pt x="9313342" y="985065"/>
                  </a:lnTo>
                  <a:lnTo>
                    <a:pt x="0" y="985065"/>
                  </a:lnTo>
                  <a:lnTo>
                    <a:pt x="0" y="0"/>
                  </a:lnTo>
                  <a:close/>
                </a:path>
              </a:pathLst>
            </a:custGeom>
            <a:blipFill>
              <a:blip r:embed="rId3"/>
              <a:stretch>
                <a:fillRect/>
              </a:stretch>
            </a:blipFill>
          </p:spPr>
        </p:sp>
        <p:sp>
          <p:nvSpPr>
            <p:cNvPr id="5" name="Freeform 5"/>
            <p:cNvSpPr/>
            <p:nvPr/>
          </p:nvSpPr>
          <p:spPr>
            <a:xfrm>
              <a:off x="777253" y="13401347"/>
              <a:ext cx="16168531" cy="310619"/>
            </a:xfrm>
            <a:custGeom>
              <a:avLst/>
              <a:gdLst/>
              <a:ahLst/>
              <a:cxnLst/>
              <a:rect l="l" t="t" r="r" b="b"/>
              <a:pathLst>
                <a:path w="16168531" h="310619">
                  <a:moveTo>
                    <a:pt x="0" y="0"/>
                  </a:moveTo>
                  <a:lnTo>
                    <a:pt x="16168531" y="0"/>
                  </a:lnTo>
                  <a:lnTo>
                    <a:pt x="16168531" y="310619"/>
                  </a:lnTo>
                  <a:lnTo>
                    <a:pt x="0" y="310619"/>
                  </a:lnTo>
                  <a:lnTo>
                    <a:pt x="0" y="0"/>
                  </a:lnTo>
                  <a:close/>
                </a:path>
              </a:pathLst>
            </a:custGeom>
            <a:blipFill>
              <a:blip r:embed="rId4"/>
              <a:stretch>
                <a:fillRect/>
              </a:stretch>
            </a:blipFill>
          </p:spPr>
        </p:sp>
      </p:grpSp>
      <p:sp>
        <p:nvSpPr>
          <p:cNvPr id="6" name="TextBox 6"/>
          <p:cNvSpPr txBox="1"/>
          <p:nvPr/>
        </p:nvSpPr>
        <p:spPr>
          <a:xfrm>
            <a:off x="1230408" y="6421341"/>
            <a:ext cx="609559" cy="645498"/>
          </a:xfrm>
          <a:prstGeom prst="rect">
            <a:avLst/>
          </a:prstGeom>
        </p:spPr>
        <p:txBody>
          <a:bodyPr lIns="0" tIns="0" rIns="0" bIns="0" rtlCol="0" anchor="t">
            <a:spAutoFit/>
          </a:bodyPr>
          <a:lstStyle/>
          <a:p>
            <a:pPr algn="ctr">
              <a:lnSpc>
                <a:spcPts val="2593"/>
              </a:lnSpc>
              <a:spcBef>
                <a:spcPct val="0"/>
              </a:spcBef>
            </a:pPr>
            <a:r>
              <a:rPr lang="en-US" sz="1852" b="1">
                <a:solidFill>
                  <a:srgbClr val="000000"/>
                </a:solidFill>
                <a:latin typeface="Gilroy Bold"/>
                <a:ea typeface="Gilroy Bold"/>
                <a:cs typeface="Gilroy Bold"/>
                <a:sym typeface="Gilroy Bold"/>
              </a:rPr>
              <a:t>Titulo</a:t>
            </a:r>
          </a:p>
        </p:txBody>
      </p:sp>
      <p:sp>
        <p:nvSpPr>
          <p:cNvPr id="7" name="TextBox 7"/>
          <p:cNvSpPr txBox="1"/>
          <p:nvPr/>
        </p:nvSpPr>
        <p:spPr>
          <a:xfrm>
            <a:off x="1230406" y="6872240"/>
            <a:ext cx="10302195" cy="1309333"/>
          </a:xfrm>
          <a:prstGeom prst="rect">
            <a:avLst/>
          </a:prstGeom>
        </p:spPr>
        <p:txBody>
          <a:bodyPr lIns="0" tIns="0" rIns="0" bIns="0" rtlCol="0" anchor="t">
            <a:spAutoFit/>
          </a:bodyPr>
          <a:lstStyle/>
          <a:p>
            <a:pPr algn="just">
              <a:lnSpc>
                <a:spcPts val="2593"/>
              </a:lnSpc>
            </a:pPr>
            <a:r>
              <a:rPr lang="en-US" sz="1852">
                <a:solidFill>
                  <a:srgbClr val="000000"/>
                </a:solidFill>
                <a:latin typeface="Gilroy"/>
                <a:ea typeface="Gilroy"/>
                <a:cs typeface="Gilroy"/>
                <a:sym typeface="Gilroy"/>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 y="0"/>
            <a:ext cx="13716000" cy="10287000"/>
          </a:xfrm>
          <a:custGeom>
            <a:avLst/>
            <a:gdLst/>
            <a:ahLst/>
            <a:cxnLst/>
            <a:rect l="l" t="t" r="r" b="b"/>
            <a:pathLst>
              <a:path w="13316505" h="10287000">
                <a:moveTo>
                  <a:pt x="0" y="0"/>
                </a:moveTo>
                <a:lnTo>
                  <a:pt x="13316505" y="0"/>
                </a:lnTo>
                <a:lnTo>
                  <a:pt x="13316505" y="10287000"/>
                </a:lnTo>
                <a:lnTo>
                  <a:pt x="0" y="10287000"/>
                </a:lnTo>
                <a:lnTo>
                  <a:pt x="0" y="0"/>
                </a:lnTo>
                <a:close/>
              </a:path>
            </a:pathLst>
          </a:custGeom>
          <a:blipFill>
            <a:blip r:embed="rId2"/>
            <a:stretch>
              <a:fillRect/>
            </a:stretch>
          </a:blipFill>
        </p:spPr>
      </p:sp>
      <p:sp>
        <p:nvSpPr>
          <p:cNvPr id="3" name="Freeform 3"/>
          <p:cNvSpPr/>
          <p:nvPr/>
        </p:nvSpPr>
        <p:spPr>
          <a:xfrm>
            <a:off x="747524" y="411818"/>
            <a:ext cx="6985007" cy="869843"/>
          </a:xfrm>
          <a:custGeom>
            <a:avLst/>
            <a:gdLst/>
            <a:ahLst/>
            <a:cxnLst/>
            <a:rect l="l" t="t" r="r" b="b"/>
            <a:pathLst>
              <a:path w="6985006" h="869843">
                <a:moveTo>
                  <a:pt x="0" y="0"/>
                </a:moveTo>
                <a:lnTo>
                  <a:pt x="6985006" y="0"/>
                </a:lnTo>
                <a:lnTo>
                  <a:pt x="6985006" y="869844"/>
                </a:lnTo>
                <a:lnTo>
                  <a:pt x="0" y="869844"/>
                </a:lnTo>
                <a:lnTo>
                  <a:pt x="0" y="0"/>
                </a:lnTo>
                <a:close/>
              </a:path>
            </a:pathLst>
          </a:custGeom>
          <a:blipFill>
            <a:blip r:embed="rId3"/>
            <a:stretch>
              <a:fillRect/>
            </a:stretch>
          </a:blipFill>
        </p:spPr>
      </p:sp>
      <p:sp>
        <p:nvSpPr>
          <p:cNvPr id="4" name="Freeform 4"/>
          <p:cNvSpPr/>
          <p:nvPr/>
        </p:nvSpPr>
        <p:spPr>
          <a:xfrm>
            <a:off x="747523" y="9586623"/>
            <a:ext cx="7468012" cy="168216"/>
          </a:xfrm>
          <a:custGeom>
            <a:avLst/>
            <a:gdLst/>
            <a:ahLst/>
            <a:cxnLst/>
            <a:rect l="l" t="t" r="r" b="b"/>
            <a:pathLst>
              <a:path w="7468012" h="168216">
                <a:moveTo>
                  <a:pt x="0" y="0"/>
                </a:moveTo>
                <a:lnTo>
                  <a:pt x="7468012" y="0"/>
                </a:lnTo>
                <a:lnTo>
                  <a:pt x="7468012" y="168216"/>
                </a:lnTo>
                <a:lnTo>
                  <a:pt x="0" y="168216"/>
                </a:lnTo>
                <a:lnTo>
                  <a:pt x="0" y="0"/>
                </a:lnTo>
                <a:close/>
              </a:path>
            </a:pathLst>
          </a:custGeom>
          <a:blipFill>
            <a:blip r:embed="rId4"/>
            <a:stretch>
              <a:fillRect/>
            </a:stretch>
          </a:blipFill>
        </p:spPr>
      </p:sp>
      <p:sp>
        <p:nvSpPr>
          <p:cNvPr id="5" name="TextBox 5"/>
          <p:cNvSpPr txBox="1"/>
          <p:nvPr/>
        </p:nvSpPr>
        <p:spPr>
          <a:xfrm>
            <a:off x="1230407" y="3807209"/>
            <a:ext cx="11255188" cy="2308645"/>
          </a:xfrm>
          <a:prstGeom prst="rect">
            <a:avLst/>
          </a:prstGeom>
        </p:spPr>
        <p:txBody>
          <a:bodyPr lIns="0" tIns="0" rIns="0" bIns="0" rtlCol="0" anchor="t">
            <a:spAutoFit/>
          </a:bodyPr>
          <a:lstStyle/>
          <a:p>
            <a:pPr>
              <a:lnSpc>
                <a:spcPts val="9264"/>
              </a:lnSpc>
              <a:spcBef>
                <a:spcPct val="0"/>
              </a:spcBef>
            </a:pPr>
            <a:r>
              <a:rPr lang="en-US" sz="6617" b="1">
                <a:solidFill>
                  <a:srgbClr val="FFFFFF"/>
                </a:solidFill>
                <a:latin typeface="Gilroy Bold"/>
                <a:ea typeface="Gilroy Bold"/>
                <a:cs typeface="Gilroy Bold"/>
                <a:sym typeface="Gilroy Bold"/>
              </a:rPr>
              <a:t>LOREM IPSUM DOLOR SIT AMET CONSECTETUR</a:t>
            </a:r>
          </a:p>
        </p:txBody>
      </p:sp>
      <p:sp>
        <p:nvSpPr>
          <p:cNvPr id="6" name="TextBox 6"/>
          <p:cNvSpPr txBox="1"/>
          <p:nvPr/>
        </p:nvSpPr>
        <p:spPr>
          <a:xfrm>
            <a:off x="1230408" y="3157309"/>
            <a:ext cx="5142421" cy="665054"/>
          </a:xfrm>
          <a:prstGeom prst="rect">
            <a:avLst/>
          </a:prstGeom>
        </p:spPr>
        <p:txBody>
          <a:bodyPr lIns="0" tIns="0" rIns="0" bIns="0" rtlCol="0" anchor="t">
            <a:spAutoFit/>
          </a:bodyPr>
          <a:lstStyle/>
          <a:p>
            <a:pPr>
              <a:lnSpc>
                <a:spcPts val="5559"/>
              </a:lnSpc>
            </a:pPr>
            <a:r>
              <a:rPr lang="en-US" sz="3971">
                <a:solidFill>
                  <a:srgbClr val="C79C67"/>
                </a:solidFill>
                <a:latin typeface="Gilroy"/>
                <a:ea typeface="Gilroy"/>
                <a:cs typeface="Gilroy"/>
                <a:sym typeface="Gilroy"/>
              </a:rPr>
              <a:t>Lorem ipsum</a:t>
            </a:r>
          </a:p>
        </p:txBody>
      </p:sp>
      <p:sp>
        <p:nvSpPr>
          <p:cNvPr id="7" name="TextBox 7"/>
          <p:cNvSpPr txBox="1"/>
          <p:nvPr/>
        </p:nvSpPr>
        <p:spPr>
          <a:xfrm>
            <a:off x="8383090" y="9426304"/>
            <a:ext cx="4708687" cy="393185"/>
          </a:xfrm>
          <a:prstGeom prst="rect">
            <a:avLst/>
          </a:prstGeom>
        </p:spPr>
        <p:txBody>
          <a:bodyPr lIns="0" tIns="0" rIns="0" bIns="0" rtlCol="0" anchor="t">
            <a:spAutoFit/>
          </a:bodyPr>
          <a:lstStyle/>
          <a:p>
            <a:pPr algn="r">
              <a:lnSpc>
                <a:spcPts val="3335"/>
              </a:lnSpc>
              <a:spcBef>
                <a:spcPct val="0"/>
              </a:spcBef>
            </a:pPr>
            <a:r>
              <a:rPr lang="en-US" sz="2381">
                <a:solidFill>
                  <a:srgbClr val="FFFFFF"/>
                </a:solidFill>
                <a:latin typeface="Gilroy"/>
                <a:ea typeface="Gilroy"/>
                <a:cs typeface="Gilroy"/>
                <a:sym typeface="Gilroy"/>
              </a:rPr>
              <a:t>30 de Febrero del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315</Words>
  <Application>Microsoft Office PowerPoint</Application>
  <PresentationFormat>Personalizado</PresentationFormat>
  <Paragraphs>20</Paragraphs>
  <Slides>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vt:i4>
      </vt:variant>
    </vt:vector>
  </HeadingPairs>
  <TitlesOfParts>
    <vt:vector size="11" baseType="lpstr">
      <vt:lpstr>Calibri</vt:lpstr>
      <vt:lpstr>Gilroy</vt:lpstr>
      <vt:lpstr>Gilroy Bold</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Dgdg Mesas de paz</dc:title>
  <cp:lastModifiedBy>Kevin Astrid Roldan Cervantes</cp:lastModifiedBy>
  <cp:revision>2</cp:revision>
  <dcterms:created xsi:type="dcterms:W3CDTF">2006-08-16T00:00:00Z</dcterms:created>
  <dcterms:modified xsi:type="dcterms:W3CDTF">2026-03-05T23:34:26Z</dcterms:modified>
  <dc:identifier>DAHDHr-bAU4</dc:identifier>
</cp:coreProperties>
</file>